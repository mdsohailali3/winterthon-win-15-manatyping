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8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616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D19B1-2125-FA3E-202C-388A35100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  <a:latin typeface="Garamond" panose="02020404030301010803" pitchFamily="18" charset="0"/>
              </a:rPr>
              <a:t>WINTERNTHON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2E823-F57F-814E-A4D8-7EAADDCF5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10470"/>
            <a:ext cx="10972800" cy="5030788"/>
          </a:xfrm>
        </p:spPr>
        <p:txBody>
          <a:bodyPr/>
          <a:lstStyle/>
          <a:p>
            <a:pPr marL="285750" indent="-285750" algn="just"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Title: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WIN15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ManaTyping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– Feel the Rhythm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Real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Writing”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</a:pP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Theme			  -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Ethical analysis</a:t>
            </a:r>
          </a:p>
          <a:p>
            <a:pPr marL="285750" indent="-285750" algn="just">
              <a:lnSpc>
                <a:spcPct val="20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Name		  -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DevSquad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Members -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Mohammad Sohail Ali, Tejas Jain, Aaditya Sinha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 							and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Chaitra Choudhary</a:t>
            </a: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FA3F3D-CBBD-B9D9-D7A3-63053F1C8ABB}"/>
              </a:ext>
            </a:extLst>
          </p:cNvPr>
          <p:cNvSpPr txBox="1"/>
          <p:nvPr/>
        </p:nvSpPr>
        <p:spPr>
          <a:xfrm>
            <a:off x="5094514" y="65711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465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805543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983033"/>
            <a:ext cx="12192001" cy="6063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  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itchFamily="34" charset="0"/>
              </a:rPr>
              <a:t>Proposed Solution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70C0"/>
              </a:solidFill>
              <a:latin typeface="Arial" panose="020B0604020202020204" pitchFamily="34" charset="0"/>
              <a:cs typeface="Arial" pitchFamily="34" charset="0"/>
            </a:endParaRPr>
          </a:p>
          <a:p>
            <a:pPr algn="just"/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  </a:t>
            </a:r>
            <a:r>
              <a:rPr lang="en-US" b="1" dirty="0">
                <a:latin typeface="Arial" panose="020B0604020202020204" pitchFamily="34" charset="0"/>
                <a:cs typeface="Arial" pitchFamily="34" charset="0"/>
              </a:rPr>
              <a:t>Detailed explanation of the proposed solution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ManaTyping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a role-based writing platform where students and teachers log in separately; students write in a calm editor while the system tracks typing behavior only during active writing and pauses tracking after 5 seconds of inactivity (thinking mode).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Each writing session is analyzed using keystroke timing and text length changes, and students receive graphical analysis and encouraging feedback, while teachers can view session summaries without accessing written content.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How the Solution Addresses the Problem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system reduces reliance on shortcuts and distractions by focusing on writing behavior rather than written content, while respecting natural thinking pauses.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By pausing tracking during inactivity and resuming only when typing continues, the analysis reflects genuine effort and avoids misinterpreting thoughtful pauses as disengagement.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Innovation and uniqueness of the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Introduces an automatic thinking mode that pauses tracking after inactivity, making behavior analysis more accurate and  ethically sound.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Combines privacy-safe keystroke dynamics with role-based dashboards and graphical feedback to support learning without content surveillance.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410273" y="86954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Dev-Squad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-1283586" y="-156607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45774" y="783493"/>
            <a:ext cx="6598640" cy="5847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sz="1700" b="1" dirty="0">
                <a:latin typeface="Arial" panose="020B0604020202020204" pitchFamily="34" charset="0"/>
                <a:cs typeface="Arial" pitchFamily="34" charset="0"/>
              </a:rPr>
              <a:t>Technologies to be used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itchFamily="34" charset="0"/>
              </a:rPr>
              <a:t>Frontend: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React.js for building a writing interface and dashboards for students and teachers.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Backend &amp; Database: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Node.js with Express.js and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700" b="1" dirty="0">
                <a:latin typeface="Arial" panose="020B0604020202020204" pitchFamily="34" charset="0"/>
                <a:cs typeface="Arial" pitchFamily="34" charset="0"/>
              </a:rPr>
              <a:t>Methodology and process for implementation</a:t>
            </a:r>
          </a:p>
          <a:p>
            <a:pPr algn="just"/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What the System Analyzes After Writing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Active typing time and thinking time (pauses &gt; 5 seconds)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Typing continuity and writing rhythm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Sudden text insertion events (copy–paste detection)</a:t>
            </a:r>
          </a:p>
          <a:p>
            <a:pPr algn="just"/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Metrics Computed by the System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Total session duration,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Number and duration of thinking pauses, Length of continuous typing bursts, Consistency of typing over time, Count of sudden text insertions</a:t>
            </a:r>
          </a:p>
          <a:p>
            <a:pPr algn="just"/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Graphical Analysis Shown to Students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Writing activity timeline (typing vs thinking)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Typing continuity graph showing flow and interruptions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Session summary chart comparing active writing time and thinking time</a:t>
            </a:r>
          </a:p>
          <a:p>
            <a:pPr algn="just"/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Constructive Feedback Provided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Feedback is supportive and non-judgmental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Highlights mixed or disrupted writing patterns when detected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700" b="1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218A1D7C-C126-F512-FBCE-16535CE2EBA7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112060" y="122215"/>
            <a:ext cx="1139798" cy="58535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Dev-Squad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FBFB87-6599-DC38-6E46-F8AFA54B7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3788" y="183235"/>
            <a:ext cx="4478467" cy="61611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211484" y="1095375"/>
            <a:ext cx="938530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400" b="1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Analysis of the feasibility of the idea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Feasible using the MERN stack with simple keystroke tracking and rule-based analysis.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Privacy-first design makes it suitable for academic use.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defRPr/>
            </a:pPr>
            <a:r>
              <a:rPr lang="en-US" sz="2400" b="1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Potential challenges and risks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Possible misinterpretation of typing behavior.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Gaining student trust may be challenging if users misunderstand how typing data is collected and analyzed.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itchFamily="34" charset="0"/>
              </a:rPr>
              <a:t>Strategies</a:t>
            </a:r>
            <a:r>
              <a:rPr kumimoji="0" lang="en-US" sz="24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itchFamily="34" charset="0"/>
              </a:rPr>
              <a:t> for overcoming these challenges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Adaptive typing thresholds, session-based opt-in design, and transparent privacy-first communication.</a:t>
            </a:r>
            <a:endParaRPr kumimoji="0" lang="en-US" sz="2400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itchFamily="34" charset="0"/>
            </a:endParaRP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5FDC4AF2-07E0-82A7-CD10-527CF992593B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177490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Dev-Squad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403349" y="1314143"/>
            <a:ext cx="93853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itchFamily="34" charset="0"/>
              </a:rPr>
              <a:t>Potential impact on the target audience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Encourages genuine writing habits by supporting focus and reflection without monitoring written content.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Helps teachers understand student engagement through privacy-safe behavioral insights.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400" b="1" dirty="0">
                <a:solidFill>
                  <a:prstClr val="black"/>
                </a:solidFill>
                <a:latin typeface="Arial" panose="020B0604020202020204" pitchFamily="34" charset="0"/>
                <a:cs typeface="Arial" pitchFamily="34" charset="0"/>
              </a:rPr>
              <a:t>Benefits of the solution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Social: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Reduces writing anxiety and promotes ethical, inclusive learning.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Economic &amp; Environmental: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Low-cost web solution with minimal resources, reducing reliance on paper and expensive tools.</a:t>
            </a: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7389AE54-EE71-27AC-AEFD-B7EA77B7009D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177490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Dev-Squad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15967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754B32A6-9440-BBE4-A96D-333F1B5E18ED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4" y="314749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Dev-Squad</a:t>
            </a:r>
            <a:endParaRPr lang="en-IN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44945" y="1488527"/>
            <a:ext cx="10825018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Writing &amp; Cognition: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Educational psychology shows that writing pauses often reflect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thinking, planning, and reflection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disengagement.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Keystroke Dynamics: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Typing rhythm and inter-key timing can indicate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effort and authenticity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without analyzing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References:</a:t>
            </a:r>
          </a:p>
          <a:p>
            <a:pPr lvl="0" defTabSz="914400" eaLnBrk="0" hangingPunct="0"/>
            <a:r>
              <a:rPr lang="en-US" sz="2000" b="1" dirty="0"/>
              <a:t>Flower, L., &amp; Hayes, J. (1981)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i="1" dirty="0"/>
              <a:t>A Cognitive Process Theory of Writing</a:t>
            </a:r>
            <a:r>
              <a:rPr lang="en-US" sz="2000" dirty="0"/>
              <a:t> — Writing pauses and planning behavior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7695</TotalTime>
  <Words>625</Words>
  <Application>Microsoft Office PowerPoint</Application>
  <PresentationFormat>Widescreen</PresentationFormat>
  <Paragraphs>81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WINTERNTHON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mohammad sohail ali</cp:lastModifiedBy>
  <cp:revision>155</cp:revision>
  <dcterms:created xsi:type="dcterms:W3CDTF">2013-12-12T18:46:50Z</dcterms:created>
  <dcterms:modified xsi:type="dcterms:W3CDTF">2026-01-11T10:23:14Z</dcterms:modified>
  <cp:category/>
</cp:coreProperties>
</file>